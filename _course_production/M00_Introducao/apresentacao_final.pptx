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E40AF"/>
            </a:gs>
            <a:gs pos="100000">
              <a:srgbClr val="3B82F6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ontserrat"/>
              </a:defRPr>
            </a:pPr>
            <a:r>
              <a:t>¿Blog Visual, Rápido y Gratis?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34747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40AF"/>
                </a:solidFill>
                <a:latin typeface="Montserrat"/>
              </a:defRPr>
            </a:pPr>
            <a:r>
              <a:t>¿Cansado de pagar</a:t>
            </a:r>
          </a:p>
          <a:p>
            <a:pPr>
              <a:defRPr sz="3200" b="1">
                <a:solidFill>
                  <a:srgbClr val="1E40AF"/>
                </a:solidFill>
                <a:latin typeface="Montserrat"/>
              </a:defRPr>
            </a:pPr>
            <a:r>
              <a:t>por hosting?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40AF"/>
                </a:solidFill>
                <a:latin typeface="Montserrat"/>
              </a:defRPr>
            </a:pPr>
            <a:r>
              <a:t>¿No quieres complicarte</a:t>
            </a:r>
          </a:p>
          <a:p>
            <a:pPr>
              <a:defRPr sz="3200" b="1">
                <a:solidFill>
                  <a:srgbClr val="1E40AF"/>
                </a:solidFill>
                <a:latin typeface="Montserrat"/>
              </a:defRPr>
            </a:pPr>
            <a:r>
              <a:t>con WordPress?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92024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9E0B"/>
                </a:solidFill>
                <a:latin typeface="Poppins"/>
              </a:defRPr>
            </a:pPr>
            <a:r>
              <a:t>✓ TENEMOS BUENAS NOTICIAS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56032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  <a:latin typeface="Inter"/>
              </a:defRPr>
            </a:pPr>
            <a:r>
              <a:t>Puedes crear un blog</a:t>
            </a:r>
          </a:p>
          <a:p>
            <a:pPr>
              <a:defRPr b="1" sz="2400">
                <a:solidFill>
                  <a:srgbClr val="374151"/>
                </a:solidFill>
                <a:latin typeface="Inter"/>
              </a:defRPr>
            </a:pPr>
            <a:r>
              <a:t>PROFESIONAL</a:t>
            </a:r>
          </a:p>
          <a:p>
            <a:pPr>
              <a:defRPr b="1" sz="2400">
                <a:solidFill>
                  <a:srgbClr val="374151"/>
                </a:solidFill>
                <a:latin typeface="Inter"/>
              </a:defRPr>
            </a:pPr>
            <a:r>
              <a:t>GRATIS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365760"/>
            <a:ext cx="3840480" cy="2971800"/>
          </a:xfrm>
          <a:prstGeom prst="rect">
            <a:avLst/>
          </a:prstGeom>
          <a:solidFill>
            <a:srgbClr val="F0F0F0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i="1">
                <a:solidFill>
                  <a:srgbClr val="999999"/>
                </a:solidFill>
              </a:defRPr>
            </a:pPr>
            <a:r>
              <a:t>[Tu blog screenshot aquí]</a:t>
            </a:r>
            <a:br/>
            <a:r>
              <a:t>(blog.dataengineer.net.br)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0" b="0">
                <a:solidFill>
                  <a:srgbClr val="1E40AF"/>
                </a:solidFill>
                <a:latin typeface="Montserrat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40AF"/>
                </a:solidFill>
                <a:latin typeface="Montserrat"/>
              </a:defRPr>
            </a:pPr>
            <a:r>
              <a:t>Instalar todo lo necesario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Ruby • Git • Jekyll</a:t>
            </a:r>
          </a:p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Paso a paso. Sin complicaciones.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0" b="0">
                <a:solidFill>
                  <a:srgbClr val="10B981"/>
                </a:solidFill>
                <a:latin typeface="Montserrat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40AF"/>
                </a:solidFill>
                <a:latin typeface="Montserrat"/>
              </a:defRPr>
            </a:pPr>
            <a:r>
              <a:t>Crear tu primer blog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Con tus propios artículos</a:t>
            </a:r>
          </a:p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Estructura profesional</a:t>
            </a:r>
          </a:p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Diseño limpio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0" b="0">
                <a:solidFill>
                  <a:srgbClr val="3B82F6"/>
                </a:solidFill>
                <a:latin typeface="Montserrat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40AF"/>
                </a:solidFill>
                <a:latin typeface="Montserrat"/>
              </a:defRPr>
            </a:pPr>
            <a:r>
              <a:t>Publicar en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Tu dominio gratis</a:t>
            </a:r>
          </a:p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Online en minutos</a:t>
            </a:r>
          </a:p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Control total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0" b="0">
                <a:solidFill>
                  <a:srgbClr val="F59E0B"/>
                </a:solidFill>
                <a:latin typeface="Montserrat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40AF"/>
                </a:solidFill>
                <a:latin typeface="Montserrat"/>
              </a:defRPr>
            </a:pPr>
            <a:r>
              <a:t>El siguiente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Monetizar tu blog</a:t>
            </a:r>
          </a:p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Hacer crecer tu audiencia</a:t>
            </a:r>
          </a:p>
          <a:p>
            <a:pPr algn="l">
              <a:defRPr sz="2400">
                <a:solidFill>
                  <a:srgbClr val="374151"/>
                </a:solidFill>
                <a:latin typeface="Inter"/>
              </a:defRPr>
            </a:pPr>
            <a:r>
              <a:t>Nuevas oportunidades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B981"/>
            </a:gs>
            <a:gs pos="100000">
              <a:srgbClr val="059669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4594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CUANDO TERMINES ESTE CURSO</a:t>
            </a: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Tendrás un blog</a:t>
            </a: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PROFESIONAL</a:t>
            </a: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✓ Control total</a:t>
            </a: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✓ Dominio gratis</a:t>
            </a: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✓ Hosting gratis</a:t>
            </a: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✓ NADA DE PAGAR</a:t>
            </a: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No una página de Wix.</a:t>
            </a: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No un blog de WordPress.</a:t>
            </a: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Un blog REAL.</a:t>
            </a:r>
          </a:p>
          <a:p>
            <a:pPr algn="ctr">
              <a:defRPr sz="2800">
                <a:solidFill>
                  <a:srgbClr val="FFFFFF"/>
                </a:solidFill>
                <a:latin typeface="Inter"/>
              </a:defRPr>
            </a:pPr>
            <a:r>
              <a:t>Que TEMES que funcione.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40AF"/>
                </a:solidFill>
                <a:latin typeface="Montserrat"/>
              </a:defRPr>
            </a:pPr>
            <a:r>
              <a:t>¿Por qué Jekyll y no WordPress?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4114800" cy="3474720"/>
          </a:xfrm>
          <a:prstGeom prst="rect">
            <a:avLst/>
          </a:prstGeom>
          <a:solidFill>
            <a:srgbClr val="FEE2E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latin typeface="Inter"/>
              </a:defRPr>
            </a:pPr>
            <a:r>
              <a:t>💰 WordPress</a:t>
            </a:r>
          </a:p>
          <a:p>
            <a:pPr algn="ctr">
              <a:defRPr sz="1800" b="0">
                <a:latin typeface="Inter"/>
              </a:defRPr>
            </a:pPr>
            <a:r>
              <a:t>$50-200 al año</a:t>
            </a:r>
          </a:p>
          <a:p>
            <a:pPr algn="ctr">
              <a:defRPr sz="1800" b="0">
                <a:latin typeface="Inter"/>
              </a:defRPr>
            </a:pPr>
            <a:r>
              <a:t>🐢 Lento (~3s)</a:t>
            </a:r>
          </a:p>
          <a:p>
            <a:pPr algn="ctr">
              <a:defRPr sz="1800" b="0">
                <a:latin typeface="Inter"/>
              </a:defRPr>
            </a:pPr>
            <a:r>
              <a:t>🔓 Vulnerable</a:t>
            </a:r>
          </a:p>
          <a:p>
            <a:pPr algn="ctr">
              <a:defRPr sz="1800" b="0">
                <a:latin typeface="Inter"/>
              </a:defRPr>
            </a:pPr>
            <a:r>
              <a:t>📦 Pesado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097280"/>
            <a:ext cx="4114800" cy="3474720"/>
          </a:xfrm>
          <a:prstGeom prst="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latin typeface="Inter"/>
              </a:defRPr>
            </a:pPr>
            <a:r>
              <a:t>✨ Jekyll</a:t>
            </a:r>
          </a:p>
          <a:p>
            <a:pPr algn="ctr">
              <a:defRPr sz="1800" b="0">
                <a:latin typeface="Inter"/>
              </a:defRPr>
            </a:pPr>
            <a:r>
              <a:t>$0 Gratis</a:t>
            </a:r>
          </a:p>
          <a:p>
            <a:pPr algn="ctr">
              <a:defRPr sz="1800" b="0">
                <a:latin typeface="Inter"/>
              </a:defRPr>
            </a:pPr>
            <a:r>
              <a:t>⚡ Velocidad</a:t>
            </a:r>
          </a:p>
          <a:p>
            <a:pPr algn="ctr">
              <a:defRPr sz="1800" b="0">
                <a:latin typeface="Inter"/>
              </a:defRPr>
            </a:pPr>
            <a:r>
              <a:t>🔒 Seguro</a:t>
            </a:r>
          </a:p>
          <a:p>
            <a:pPr algn="ctr">
              <a:defRPr sz="1800" b="0">
                <a:latin typeface="Inter"/>
              </a:defRPr>
            </a:pPr>
            <a:r>
              <a:t>📝 Minimalista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1E40AF"/>
                </a:solidFill>
                <a:latin typeface="Inter"/>
              </a:defRPr>
            </a:pPr>
            <a:r>
              <a:t>ESTO ES LO QUE LOGRAMOS CON JEKYLL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097280"/>
            <a:ext cx="6400800" cy="3200400"/>
          </a:xfrm>
          <a:prstGeom prst="rect">
            <a:avLst/>
          </a:prstGeom>
          <a:solidFill>
            <a:srgbClr val="F0F0F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>
                <a:solidFill>
                  <a:srgbClr val="999999"/>
                </a:solidFill>
              </a:defRPr>
            </a:pPr>
            <a:r>
              <a:t>[Screenshot de tu blog en alta resolución]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Inter"/>
              </a:defRPr>
            </a:pPr>
            <a:r>
              <a:t>⚡ 95+ Lighthouse Score  |  Tu blog en 2 horas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40AF"/>
                </a:solidFill>
                <a:latin typeface="Montserrat"/>
              </a:defRPr>
            </a:pPr>
            <a:r>
              <a:t>Antes de empezar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374151"/>
                </a:solidFill>
                <a:latin typeface="Inter"/>
              </a:defRPr>
            </a:pPr>
            <a:r>
              <a:t>✅ Windows 10 o superior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374151"/>
                </a:solidFill>
                <a:latin typeface="Inter"/>
              </a:defRPr>
            </a:pPr>
            <a:r>
              <a:t>✅ Conexión a Internet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374151"/>
                </a:solidFill>
                <a:latin typeface="Inter"/>
              </a:defRPr>
            </a:pPr>
            <a:r>
              <a:t>✅ ~30 minutos de tu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374151"/>
                </a:solidFill>
                <a:latin typeface="Inter"/>
              </a:defRPr>
            </a:pPr>
            <a:r>
              <a:t>✅ Voluntad de aprender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7680960" cy="164592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800">
                <a:solidFill>
                  <a:srgbClr val="7C2D12"/>
                </a:solidFill>
                <a:latin typeface="Inter"/>
              </a:defRPr>
            </a:pPr>
            <a:r>
              <a:t>⚠️ AVISO IMPORTANTE</a:t>
            </a:r>
          </a:p>
          <a:p>
            <a:pPr>
              <a:defRPr sz="1800">
                <a:solidFill>
                  <a:srgbClr val="7C2D12"/>
                </a:solidFill>
                <a:latin typeface="Inter"/>
              </a:defRPr>
            </a:pPr>
          </a:p>
          <a:p>
            <a:pPr>
              <a:defRPr sz="1800">
                <a:solidFill>
                  <a:srgbClr val="7C2D12"/>
                </a:solidFill>
                <a:latin typeface="Inter"/>
              </a:defRPr>
            </a:pPr>
            <a:r>
              <a:t>Esto es fácil, pero requiere atención en cada paso.</a:t>
            </a:r>
          </a:p>
          <a:p>
            <a:pPr>
              <a:defRPr sz="1800">
                <a:solidFill>
                  <a:srgbClr val="7C2D12"/>
                </a:solidFill>
                <a:latin typeface="Inter"/>
              </a:defRPr>
            </a:pPr>
            <a:r>
              <a:t>Afortunadamente, si te atascas, estoy aquí para ayudarte.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0F0F0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E40AF"/>
                </a:solidFill>
                <a:latin typeface="Montserrat"/>
              </a:defRPr>
            </a:pPr>
            <a:r>
              <a:t>¿ESTÁS LISTO?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374151"/>
                </a:solidFill>
                <a:latin typeface="Inter"/>
              </a:defRPr>
            </a:pPr>
            <a:r>
              <a:t>En el siguiente video:</a:t>
            </a:r>
          </a:p>
          <a:p>
            <a:pPr algn="ctr">
              <a:defRPr sz="2400">
                <a:solidFill>
                  <a:srgbClr val="374151"/>
                </a:solidFill>
                <a:latin typeface="Inter"/>
              </a:defRPr>
            </a:pPr>
            <a:r>
              <a:t>Instalamos Ruby + Git + Jekyll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2926080"/>
            <a:ext cx="2743200" cy="64008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👉 VER MÓDULO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B7280"/>
                </a:solidFill>
                <a:latin typeface="Inter"/>
              </a:defRPr>
            </a:pPr>
            <a:r>
              <a:t>Deja un comentario abajo. Dime qué te emociona más.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E40AF"/>
            </a:gs>
            <a:gs pos="100000">
              <a:srgbClr val="3B82F6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>
                <a:solidFill>
                  <a:srgbClr val="FFFFFF"/>
                </a:solidFill>
                <a:latin typeface="Inter"/>
              </a:defRPr>
            </a:pPr>
            <a:r>
              <a:t>¡Nos vemos en el siguiente módulo!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Inter"/>
              </a:defRPr>
            </a:pPr>
            <a:r>
              <a:t>📚 GitHub Pages + Jekyll</a:t>
            </a:r>
          </a:p>
          <a:p>
            <a:pPr algn="ctr">
              <a:defRPr sz="2400">
                <a:solidFill>
                  <a:srgbClr val="FFFFFF"/>
                </a:solidFill>
                <a:latin typeface="Inter"/>
              </a:defRPr>
            </a:pPr>
            <a:r>
              <a:t>💻 Windows Setup</a:t>
            </a:r>
          </a:p>
          <a:p>
            <a:pPr algn="ctr">
              <a:defRPr sz="2400">
                <a:solidFill>
                  <a:srgbClr val="FFFFFF"/>
                </a:solidFill>
                <a:latin typeface="Inter"/>
              </a:defRPr>
            </a:pPr>
            <a:r>
              <a:t>🚀 Blog profesional sin costos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FFFFFF"/>
                </a:solidFill>
                <a:latin typeface="Inter"/>
              </a:defRPr>
            </a:pPr>
            <a:r>
              <a:t>Marcos Vasconcellos de Andrade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DBEAFE"/>
                </a:solidFill>
                <a:latin typeface="Inter"/>
              </a:defRPr>
            </a:pPr>
            <a:r>
              <a:t>Data Engineer | AI Specialist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DBEAFE"/>
                </a:solidFill>
                <a:latin typeface="Inter"/>
              </a:defRPr>
            </a:pPr>
            <a:r>
              <a:t>Más de 20 años de experiencia en tecnología e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Inter"/>
              </a:defRPr>
            </a:pPr>
            <a:r>
              <a:t>🔗 blog.dataengineer.net.br  |  📧 [tu-email]  |  💼 LinkedIn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