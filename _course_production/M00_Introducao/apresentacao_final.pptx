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40AF"/>
            </a:gs>
            <a:gs pos="100000">
              <a:srgbClr val="3B82F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Blog profissional sem custo de hospedagem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4747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34747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34747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Montserrat"/>
              </a:defRPr>
            </a:pPr>
            <a:r>
              <a:t>Cansado de pagar</a:t>
            </a:r>
          </a:p>
          <a:p>
            <a:pPr>
              <a:defRPr sz="3200" b="1">
                <a:solidFill>
                  <a:srgbClr val="1E40AF"/>
                </a:solidFill>
                <a:latin typeface="Montserrat"/>
              </a:defRPr>
            </a:pPr>
            <a:r>
              <a:t>por hospedagem?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Montserrat"/>
              </a:defRPr>
            </a:pPr>
            <a:r>
              <a:t>Quer evitar as complicações</a:t>
            </a:r>
          </a:p>
          <a:p>
            <a:pPr>
              <a:defRPr sz="3200" b="1">
                <a:solidFill>
                  <a:srgbClr val="1E40AF"/>
                </a:solidFill>
                <a:latin typeface="Montserrat"/>
              </a:defRPr>
            </a:pPr>
            <a:r>
              <a:t>do WordPress?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Poppins"/>
              </a:defRPr>
            </a:pPr>
            <a:r>
              <a:t>✓ TEMOS UMA BOA NOTÍCIA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  <a:latin typeface="Inter"/>
              </a:defRPr>
            </a:pPr>
            <a:r>
              <a:t>Você pode criar um blog</a:t>
            </a:r>
          </a:p>
          <a:p>
            <a:pPr>
              <a:defRPr b="1" sz="2400">
                <a:solidFill>
                  <a:srgbClr val="374151"/>
                </a:solidFill>
                <a:latin typeface="Inter"/>
              </a:defRPr>
            </a:pPr>
            <a:r>
              <a:t>PROFISSIONAL</a:t>
            </a:r>
          </a:p>
          <a:p>
            <a:pPr>
              <a:defRPr sz="1800">
                <a:solidFill>
                  <a:srgbClr val="374151"/>
                </a:solidFill>
                <a:latin typeface="Inter"/>
              </a:defRPr>
            </a:pPr>
            <a:r>
              <a:t>com hospedagem sem custo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65760"/>
            <a:ext cx="3840480" cy="2971800"/>
          </a:xfrm>
          <a:prstGeom prst="rect">
            <a:avLst/>
          </a:prstGeom>
          <a:solidFill>
            <a:srgbClr val="F0F0F0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i="1">
                <a:solidFill>
                  <a:srgbClr val="999999"/>
                </a:solidFill>
              </a:defRPr>
            </a:pPr>
            <a:r>
              <a:t>[Insira uma captura de tela do seu blog]</a:t>
            </a:r>
            <a:br/>
            <a:r>
              <a:t>(marcos-data-engineer.github.io/blog)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0" b="0">
                <a:solidFill>
                  <a:srgbClr val="1E40A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  <a:latin typeface="Montserrat"/>
              </a:defRPr>
            </a:pPr>
            <a:r>
              <a:t>Instalar tudo o que é necessário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Ruby • Git • Jekyll</a:t>
            </a:r>
          </a:p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Passo a passo, sem complicação.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0" b="0">
                <a:solidFill>
                  <a:srgbClr val="10B981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  <a:latin typeface="Montserrat"/>
              </a:defRPr>
            </a:pPr>
            <a:r>
              <a:t>Crie seu primeiro blog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Com seus próprios artigos</a:t>
            </a:r>
          </a:p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Estrutura profissional</a:t>
            </a:r>
          </a:p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Design limpo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0" b="0">
                <a:solidFill>
                  <a:srgbClr val="3B82F6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  <a:latin typeface="Montserrat"/>
              </a:defRPr>
            </a:pPr>
            <a:r>
              <a:t>Publique no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Seu site no ar sem custo de hospedagem</a:t>
            </a:r>
          </a:p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Publicação pelo GitHub Pages</a:t>
            </a:r>
          </a:p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Conteúdo versionado com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0" b="0">
                <a:solidFill>
                  <a:srgbClr val="F59E0B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  <a:latin typeface="Montserrat"/>
              </a:defRPr>
            </a:pPr>
            <a: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Monetize seu blog</a:t>
            </a:r>
          </a:p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Amplie seu público</a:t>
            </a:r>
          </a:p>
          <a:p>
            <a:pPr algn="l">
              <a:defRPr sz="2400">
                <a:solidFill>
                  <a:srgbClr val="374151"/>
                </a:solidFill>
                <a:latin typeface="Inter"/>
              </a:defRPr>
            </a:pPr>
            <a:r>
              <a:t>Descubra novas oportunidades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B981"/>
            </a:gs>
            <a:gs pos="100000">
              <a:srgbClr val="059669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AO CONCLUIR ESTE CURSO</a:t>
            </a: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Você terá um blog</a:t>
            </a: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PROFISSIONAL</a:t>
            </a: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✓ Controle total</a:t>
            </a: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✓ Endereço no GitHub Pages (github.io)</a:t>
            </a: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✓ Hospedagem sem custo no GitHub Pages</a:t>
            </a: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✓ SEM MENSALIDADE DE HOSPEDAGEM</a:t>
            </a: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Com estrutura própria, sem depender de um construtor visual.</a:t>
            </a: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Um blog de verdade.</a:t>
            </a:r>
          </a:p>
          <a:p>
            <a:pPr algn="ctr">
              <a:defRPr sz="2800">
                <a:solidFill>
                  <a:srgbClr val="FFFFFF"/>
                </a:solidFill>
                <a:latin typeface="Inter"/>
              </a:defRPr>
            </a:pPr>
            <a:r>
              <a:t>Que você sabe que funciona.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Montserrat"/>
              </a:defRPr>
            </a:pPr>
            <a:r>
              <a:t>Jekyll ou WordPress: qual escolher?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Inter"/>
              </a:defRPr>
            </a:pPr>
            <a:r>
              <a:t>💰 WordPress</a:t>
            </a:r>
          </a:p>
          <a:p>
            <a:pPr algn="ctr">
              <a:defRPr sz="1800" b="0">
                <a:latin typeface="Inter"/>
              </a:defRPr>
            </a:pPr>
            <a:r>
              <a:t>Hospedagem pode ter custo</a:t>
            </a:r>
          </a:p>
          <a:p>
            <a:pPr algn="ctr">
              <a:defRPr sz="1800" b="0">
                <a:latin typeface="Inter"/>
              </a:defRPr>
            </a:pPr>
            <a:r>
              <a:t>Amplo ecossistema de plugins</a:t>
            </a:r>
          </a:p>
          <a:p>
            <a:pPr algn="ctr">
              <a:defRPr sz="1800" b="0">
                <a:latin typeface="Inter"/>
              </a:defRPr>
            </a:pPr>
            <a:r>
              <a:t>Requer atualizações frequentes</a:t>
            </a:r>
          </a:p>
          <a:p>
            <a:pPr algn="ctr">
              <a:defRPr sz="1800" b="0">
                <a:latin typeface="Inter"/>
              </a:defRPr>
            </a:pPr>
            <a:r>
              <a:t>Usa banco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097280"/>
            <a:ext cx="4114800" cy="347472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Inter"/>
              </a:defRPr>
            </a:pPr>
            <a:r>
              <a:t>✨ Jekyll</a:t>
            </a:r>
          </a:p>
          <a:p>
            <a:pPr algn="ctr">
              <a:defRPr sz="1800" b="0">
                <a:latin typeface="Inter"/>
              </a:defRPr>
            </a:pPr>
            <a:r>
              <a:t>GitHub Pages sem custo de hospedagem</a:t>
            </a:r>
          </a:p>
          <a:p>
            <a:pPr algn="ctr">
              <a:defRPr sz="1800" b="0">
                <a:latin typeface="Inter"/>
              </a:defRPr>
            </a:pPr>
            <a:r>
              <a:t>Arquivos estáticos e leves</a:t>
            </a:r>
          </a:p>
          <a:p>
            <a:pPr algn="ctr">
              <a:defRPr sz="1800" b="0">
                <a:latin typeface="Inter"/>
              </a:defRPr>
            </a:pPr>
            <a:r>
              <a:t>Sem banco de dados em execução</a:t>
            </a:r>
          </a:p>
          <a:p>
            <a:pPr algn="ctr">
              <a:defRPr sz="1800" b="0">
                <a:latin typeface="Inter"/>
              </a:defRPr>
            </a:pPr>
            <a:r>
              <a:t>Publicação pelo Git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1E40AF"/>
                </a:solidFill>
                <a:latin typeface="Inter"/>
              </a:defRPr>
            </a:pPr>
            <a:r>
              <a:t>UM BLOG PUBLICADO COM JEKYLL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6400800" cy="3200400"/>
          </a:xfrm>
          <a:prstGeom prst="rect">
            <a:avLst/>
          </a:prstGeom>
          <a:solidFill>
            <a:srgbClr val="F0F0F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[Insira uma captura de tela do blog]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Inter"/>
              </a:defRPr>
            </a:pPr>
            <a:r>
              <a:t>⚡ Site estático  |  Publicação pelo GitHub Pages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Montserrat"/>
              </a:defRPr>
            </a:pPr>
            <a:r>
              <a:t>Antes de começar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374151"/>
                </a:solidFill>
                <a:latin typeface="Inter"/>
              </a:defRPr>
            </a:pPr>
            <a:r>
              <a:t>✅ Windows 10 ou superior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374151"/>
                </a:solidFill>
                <a:latin typeface="Inter"/>
              </a:defRPr>
            </a:pPr>
            <a:r>
              <a:t>✅ Conexão com a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374151"/>
                </a:solidFill>
                <a:latin typeface="Inter"/>
              </a:defRPr>
            </a:pPr>
            <a:r>
              <a:t>✅ Cerca de 30 minutos disponíveis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374151"/>
                </a:solidFill>
                <a:latin typeface="Inter"/>
              </a:defRPr>
            </a:pPr>
            <a:r>
              <a:t>✅ Vontade de aprender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7680960" cy="16459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800">
                <a:solidFill>
                  <a:srgbClr val="7C2D12"/>
                </a:solidFill>
                <a:latin typeface="Inter"/>
              </a:defRPr>
            </a:pPr>
            <a:r>
              <a:t>⚠️ IMPORTANTE</a:t>
            </a:r>
          </a:p>
          <a:p>
            <a:pPr>
              <a:defRPr sz="1800">
                <a:solidFill>
                  <a:srgbClr val="7C2D12"/>
                </a:solidFill>
                <a:latin typeface="Inter"/>
              </a:defRPr>
            </a:pPr>
          </a:p>
          <a:p>
            <a:pPr>
              <a:defRPr sz="1800">
                <a:solidFill>
                  <a:srgbClr val="7C2D12"/>
                </a:solidFill>
                <a:latin typeface="Inter"/>
              </a:defRPr>
            </a:pPr>
            <a:r>
              <a:t>O processo é acessível, mas exige atenção em cada etapa.</a:t>
            </a:r>
          </a:p>
          <a:p>
            <a:pPr>
              <a:defRPr sz="1800">
                <a:solidFill>
                  <a:srgbClr val="7C2D12"/>
                </a:solidFill>
                <a:latin typeface="Inter"/>
              </a:defRPr>
            </a:pPr>
            <a:r>
              <a:t>Se surgir alguma dúvida, estarei aqui para ajudar.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40AF"/>
                </a:solidFill>
                <a:latin typeface="Montserrat"/>
              </a:defRPr>
            </a:pPr>
            <a:r>
              <a:t>VAMOS COMEÇAR?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74151"/>
                </a:solidFill>
                <a:latin typeface="Inter"/>
              </a:defRPr>
            </a:pPr>
            <a:r>
              <a:t>No próximo vídeo:</a:t>
            </a:r>
          </a:p>
          <a:p>
            <a:pPr algn="ctr">
              <a:defRPr sz="2400">
                <a:solidFill>
                  <a:srgbClr val="374151"/>
                </a:solidFill>
                <a:latin typeface="Inter"/>
              </a:defRPr>
            </a:pPr>
            <a:r>
              <a:t>Vamos instalar Ruby + Git + Jekyll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926080"/>
            <a:ext cx="2743200" cy="6400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👉 IR PARA O MÓDULO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B7280"/>
                </a:solidFill>
                <a:latin typeface="Inter"/>
              </a:defRPr>
            </a:pPr>
            <a:r>
              <a:t>Deixe um comentário: o que mais despertou seu interesse?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40AF"/>
            </a:gs>
            <a:gs pos="100000">
              <a:srgbClr val="3B82F6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Inter"/>
              </a:defRPr>
            </a:pPr>
            <a:r>
              <a:t>Até o próximo módulo!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Inter"/>
              </a:defRPr>
            </a:pPr>
            <a:r>
              <a:t>📚 GitHub Pages + Jekyll</a:t>
            </a:r>
          </a:p>
          <a:p>
            <a:pPr algn="ctr">
              <a:defRPr sz="2400">
                <a:solidFill>
                  <a:srgbClr val="FFFFFF"/>
                </a:solidFill>
                <a:latin typeface="Inter"/>
              </a:defRPr>
            </a:pPr>
            <a:r>
              <a:t>💻 Configuração no Windows</a:t>
            </a:r>
          </a:p>
          <a:p>
            <a:pPr algn="ctr">
              <a:defRPr sz="2400">
                <a:solidFill>
                  <a:srgbClr val="FFFFFF"/>
                </a:solidFill>
                <a:latin typeface="Inter"/>
              </a:defRPr>
            </a:pPr>
            <a:r>
              <a:t>🚀 Blog profissional sem custo de hospedagem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Inter"/>
              </a:defRPr>
            </a:pPr>
            <a:r>
              <a:t>Marcos Vasconcellos de Andrade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BEAFE"/>
                </a:solidFill>
                <a:latin typeface="Inter"/>
              </a:defRPr>
            </a:pPr>
            <a:r>
              <a:t>Engenheiro de Dados | Especialista em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DBEAFE"/>
                </a:solidFill>
                <a:latin typeface="Inter"/>
              </a:defRPr>
            </a:pPr>
            <a:r>
              <a:t>Mais de 20 anos de experiência em tecnologia 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Inter"/>
              </a:defRPr>
            </a:pPr>
            <a:r>
              <a:t>🔗 marcos-data-engineer.github.io/blog</a:t>
            </a:r>
          </a:p>
          <a:p>
            <a:pPr algn="ctr">
              <a:defRPr sz="1200">
                <a:solidFill>
                  <a:srgbClr val="FFFFFF"/>
                </a:solidFill>
                <a:latin typeface="Inter"/>
              </a:defRPr>
            </a:pPr>
            <a:r>
              <a:t>📧 contact.marcos.dataengineer@gmail.com  |  💼 linkedin.com/in/marcos-data-engineer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